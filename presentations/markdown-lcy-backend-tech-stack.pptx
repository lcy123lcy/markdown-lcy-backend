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15FFF"/>
                </a:solidFill>
              </a:defRPr>
            </a:pPr>
            <a:r>
              <a:t>markdown-lcy-backend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15FFF"/>
                </a:solidFill>
              </a:defRPr>
            </a:pPr>
            <a:r>
              <a:t>markdown-lcy-app / backend</a:t>
            </a:r>
            <a:br/>
            <a:r>
              <a:t>企业级 TypeScript 后端 · Markdown 能力 API · 技术栈与用途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项目是做什么的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lcy 自用的 .md 服务端：为客户端提供稳定的 Markdown 相关业务 API。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企业级 NestJS 服务：可维护的结构、类型安全与可观测的健康检查。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配套 OpenSpec（OPSX）工作流：规格驱动开发，变更可追溯。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运行时与语言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15FFF"/>
                </a:solidFill>
              </a:defRPr>
            </a:pPr>
            <a:r>
              <a:t>核心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Node.js ≥ 20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TypeScript 5.x（strict）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pnpm 包管理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@nestjs/config + 环境变量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3258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15FFF"/>
                </a:solidFill>
              </a:defRPr>
            </a:pPr>
            <a:r>
              <a:t>生态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reflect-metadata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RxJS</a:t>
            </a:r>
          </a:p>
          <a:p>
            <a:pPr>
              <a:spcAft>
                <a:spcPts val="600"/>
              </a:spcAft>
              <a:defRPr sz="1700">
                <a:solidFill>
                  <a:srgbClr val="415FFF"/>
                </a:solidFill>
              </a:defRPr>
            </a:pPr>
            <a:r>
              <a:t>构建链处理模块格式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Web 层：NestJS + Fastify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NestJS：模块化、依赖注入、与 Swagger 集成，适合长期演进的 API。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Fastify：高性能 HTTP 适配器，适合 JSON API。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@nestjs/swagger：OpenAPI 文档，前后端协作更清晰。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数据与持久化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Prisma：类型安全 ORM；迁移与 Prisma Studio 便于排障。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模型含 User、RefreshToken、Document 与用户关联（见 README 迁移说明）。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Zod：运行时校验，减少无效输入进入业务层。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认证与安全相关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@nestjs/jwt：无状态会话扩展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Passport：jwt / local 策略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bcrypt：密码哈希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校验 + ORM 约束共同保护业务数据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工程化与质量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Vitest：pnpm test / pnpm test:run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ESLint + Prettier：pnpm lint / format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OpenSpec-cn：propose / explore / apply / archive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5FFF"/>
                </a:solidFill>
              </a:defRPr>
            </a:pPr>
            <a:r>
              <a:t>运行与运维入口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默认 http://0.0.0.0:3001（PORT、HOST 可在 .env 调整）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GET /health：status、timestamp、db 连通性（ok / error）</a:t>
            </a:r>
          </a:p>
          <a:p>
            <a:pPr>
              <a:spcAft>
                <a:spcPts val="1000"/>
              </a:spcAft>
              <a:defRPr sz="1800">
                <a:solidFill>
                  <a:srgbClr val="415FFF"/>
                </a:solidFill>
              </a:defRPr>
            </a:pPr>
            <a:r>
              <a:t>开发 pnpm dev；生产 pnpm build → pnpm 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15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15FFF"/>
                </a:solidFill>
              </a:defRPr>
            </a:pPr>
            <a:r>
              <a:t>markdown-lcy-backend</a:t>
            </a:r>
            <a:br/>
            <a:r>
              <a:t>技术栈：Node 20+ · NestJS · Fastify · Prisma · Zod · JWT</a:t>
            </a:r>
            <a:br/>
            <a:r>
              <a:t>用途：Markdown API 服务 + 规格驱动迭代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